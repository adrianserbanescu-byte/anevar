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E3A6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 DE EVALUARE IMOBILIARA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individuala + teren, pentru garantarea creditului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prezentare pentru review — destinat unui evaluator autorizat ANEVAR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face aplicatia · cum e gandita · ce metodologie aplica · ce e validat · ce urmeaza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SCURT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aplicatia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01168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02996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1755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Asista evaluatorul, nu il inlocuieste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Automatizeaza partea repetitiva — calcule, cautare de comparabile, redactarea raportului. Evaluatorul decide si verifica.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01752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347472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34930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Ruleaza local, ca un singur fisier .exe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3621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deschide o pagina in browser, pe calculatorul propriu. Fara instalari complicate, fara server extern.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93776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136" y="49560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4681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raman pe calculator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0840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Singurul moment cand ceva pleaca in exterior e redactarea textului cu AI — si acolo datele personale sunt anonimizate inainte.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E GANDITA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Patru parti care lucreaza impreuna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0020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128016" cy="2011680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(CIN), grila de teren, grila de casa, reconciliere si alocarea valorii — dupa metodologia ANEVAR.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600200"/>
            <a:ext cx="128016" cy="20116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Cauta anunturi in zona, le citeste, le puncteaza dupa similaritate si propune cele mai potrivite.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384048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840480"/>
            <a:ext cx="128016" cy="201168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430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Construieste documentul Word: coperta, declaratii, capitole de analiza, anexe — cu text si fotografii.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84048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840480"/>
            <a:ext cx="128016" cy="201168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in 5 pasi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294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Ghideaza evaluatorul de la identificarea proprietatii pana la descarcarea raportului.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Filosofia: fiecare cifra poate fi verificata — aplicatia arata cum a ajuns la fiecare rezultat, nu doar valoarea finala.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TEREN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comparatie in doua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937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91640"/>
            <a:ext cx="4937760" cy="640080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Tranzactie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secventiala (compus)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9728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-&gt; tranzactie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Drept de proprietate, finantare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Conditii de vanzare, cheltuieli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Conditiile pietei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3017520"/>
            <a:ext cx="548640" cy="0"/>
          </a:xfrm>
          <a:prstGeom prst="line">
            <a:avLst/>
          </a:prstGeom>
          <a:noFill/>
          <a:ln w="38100">
            <a:solidFill>
              <a:srgbClr val="D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55080" y="1691640"/>
            <a:ext cx="4937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691640"/>
            <a:ext cx="4937760" cy="6400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aditiva pe pretul de baza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Localizare, acces, utilitati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Suprafata, deschidere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Inclinatie, tip teren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754880"/>
            <a:ext cx="10515600" cy="1325880"/>
          </a:xfrm>
          <a:prstGeom prst="rect">
            <a:avLst/>
          </a:prstGeom>
          <a:solidFill>
            <a:srgbClr val="FBF3D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Selectie: </a:t>
            </a:r>
            <a:pPr indent="0" marL="0"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comparabilul cu ajustarea bruta minima pe etapa de proprietate (oferta-&gt;tranzactie NU se contorizeaza).   </a:t>
            </a:r>
            <a:pPr indent="0" marL="0">
              <a:buNone/>
            </a:pPr>
            <a:r>
              <a:rPr lang="en-US" sz="1450" b="1" dirty="0">
                <a:solidFill>
                  <a:srgbClr val="15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terenului = </a:t>
            </a:r>
            <a:pPr indent="0" marL="0"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pret/mp corectat al comparabilului ales × suprafata terenului.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CASA SI COST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pe pret total + abordarea prin cost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52120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— grila pe pret total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Aceleasi doua etape (tranzactie secvential + proprietate aditiv), dar pe pretul TOTAL.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Diferenta de marime se trateaza ca ajustare valorica de arie utila (pret unitar × diferenta mp).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comparabil este astfel 'adus' la subiect.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prin comparatie = pretul total corectat al comparabilului ales.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Abordarea prin cost (CIN)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inlocuire net, segregat pe elemente (catalog IROVAL).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CIB × (1-depr. fizica) × (1-depr. functionala) × (1-depr. externa).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Depreciere fizica interpolata dupa varsta ponderata.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 prin cost = CIN + valoarea terenului.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Reconciliere (piata / cost / ponderata) + alocare: constructii = proprietate - teren.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Valorile de teren din patru dosare reale, reproduse la cent (EUR):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6968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86968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696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cele 12 comparabile de teren  ·  preturile totale ale comparabilelor de casa (Busteni)  ·  costul (CIN)  </a:t>
            </a:r>
            <a:pPr indent="0" marL="0">
              <a:buNone/>
            </a:pPr>
            <a:r>
              <a:rPr lang="en-US" sz="1500" b="1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reproduse exact.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Aceasta este dovada ca aplicatia aplica aceeasi logica de calcul ca dosarele tale.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FLUXUL DE LUCRU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in cinci pasi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41732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19456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Adresa &amp; lucrare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Judet/localitate, client, beneficiar, evaluator, date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484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10896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3639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Teren, arii, an, elemente de cost, depreciere, atribute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9788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8" name="Text 16"/>
          <p:cNvSpPr/>
          <p:nvPr/>
        </p:nvSpPr>
        <p:spPr>
          <a:xfrm>
            <a:off x="58978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67512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5780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4924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37667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Cautare automata, import din link sau introducere manuala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58952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Metoda &amp; calcul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61695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Metoda, moneda, curs, fotografii, calcul + alerte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844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973836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82980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85723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Genereaza si descarca documentul Word, editabil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EXTERNE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automata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199339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01168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80136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200400" y="1801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Anunturi pe portaluri imobiliare, in zona aleasa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752344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07238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28620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Citeste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00400" y="2862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Extrage atributele din descriere (an, stare, finisaj, incalzire, suprafete)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3813048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05840" y="411480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1330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92277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9227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Similaritate dupa 6 criterii ponderate fata de subiect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873752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" y="517550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2" name="Text 20"/>
          <p:cNvSpPr/>
          <p:nvPr/>
        </p:nvSpPr>
        <p:spPr>
          <a:xfrm>
            <a:off x="1042416" y="51937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4983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00400" y="49834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fiecare criteriu: referinta, gasit, diferenta, pondere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818120" y="1691640"/>
            <a:ext cx="3566160" cy="4087368"/>
          </a:xfrm>
          <a:prstGeom prst="rect">
            <a:avLst/>
          </a:prstGeom>
          <a:solidFill>
            <a:srgbClr val="152A4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ce conteaza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46720" y="2377440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Evaluatorul intelege DE CE un anunt e mai relevant decat altul — fara sa acceseze documentatia tehnica. Comparabilele alese pot popula direct grila; ajustarile le pune evaluatorul.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REZULTATUL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Coperta, scrisoare de transmitere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Declaratie de conformitate si certificare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Termeni de referinta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capitole de analiza (cu grilele de calcul)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Alocarea valorii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Riscul asociat garantiei (GEV 520)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Anexe: surse comparabile + fotografii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Caseta de semnatura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0" y="1691640"/>
            <a:ext cx="43891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7" name="Image 0" descr="C:\Users\adyse\AppData\Local\Temp\demo\f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920240"/>
            <a:ext cx="3931920" cy="1234440"/>
          </a:xfrm>
          <a:prstGeom prst="rect">
            <a:avLst/>
          </a:prstGeom>
        </p:spPr>
      </p:pic>
      <p:pic>
        <p:nvPicPr>
          <p:cNvPr id="8" name="Image 1" descr="C:\Users\adyse\AppData\Local\Temp\demo\cu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69480" y="3246120"/>
            <a:ext cx="3931920" cy="12344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040880" y="4754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foto — pozele intra direct in raport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040880" y="5166360"/>
            <a:ext cx="4389120" cy="777240"/>
          </a:xfrm>
          <a:prstGeom prst="rect">
            <a:avLst/>
          </a:prstGeom>
          <a:solidFill>
            <a:srgbClr val="FBF3D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223760" y="52303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Textul de analiza e redactat cu AI pe baza cifrelor — evaluatorul revizuieste.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11680"/>
            <a:ext cx="2468880" cy="109728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Nume, adresa, cadastral, CF, evaluator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644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204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0440" y="2011680"/>
            <a:ext cx="2468880" cy="10972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Inlocuite cu marcaje: [CLIENT], [ADRESA]...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076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636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63640" y="2011680"/>
            <a:ext cx="2468880" cy="10972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Primeste DOAR text anonimizat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508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068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2011680"/>
            <a:ext cx="2468880" cy="1097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97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Numele reale revin pe calculator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Restul calculelor si generarea documentului se fac integral pe calculatorul evaluatorului.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ONESTITATE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facut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737360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73736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Validarea grilei de casa si pe celelalte dosare reale (Maneciu, Brasov)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578608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578608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578608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Cursul valutar — momentan introdus manual (nu automat de la BNR)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419856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419856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41985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cu documente (extras CF, acte) — momentan marcaj 'de atasat'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4261104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261104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261104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al raportului (acum Word, salvabil ca PDF manual)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102352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5102352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51023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multa testare pe cazuri reale variate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FEEDBACK CAUT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8952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Intrebari pentru tine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10241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Metodologia terenului (doua etape, selectie pe ajustare bruta minima, fara oferta) — corecta?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Metodologia casei (pret total, arie utila ca ajustare valorica) si regula de selectie — corecte?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Reconcilierea si alocarea (constructii = proprietate - teren) — in regula pentru garantare?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Raportul (declaratii, termeni, GEV 520, anexe) — complet si acceptabil pentru banci?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Validarile automate (minim comparabile, outlier, limita ajustare) — praguri potrivite?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Orice ar face raportul respins sau ar trebui adaugat.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Orice observatie, chiar si 'asa nu se face', e exact ce caut. Multumesc pentru timp.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pentru evaluator</dc:title>
  <dc:subject>PptxGenJS Presentation</dc:subject>
  <dc:creator>Aplicatie evaluare ANEVAR</dc:creator>
  <cp:lastModifiedBy>Aplicatie evaluare ANEVAR</cp:lastModifiedBy>
  <cp:revision>1</cp:revision>
  <dcterms:created xsi:type="dcterms:W3CDTF">2026-06-02T18:26:25Z</dcterms:created>
  <dcterms:modified xsi:type="dcterms:W3CDTF">2026-06-02T18:26:25Z</dcterms:modified>
</cp:coreProperties>
</file>